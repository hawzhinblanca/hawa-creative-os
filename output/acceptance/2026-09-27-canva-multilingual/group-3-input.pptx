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9050000"/>
  <p:notesSz cx="19050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305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0" y="4114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5924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7734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9544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1353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3163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4973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6783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571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ڕووداو [10 September]</a:t>
            </a:r>
            <a:endParaRPr lang="ku" sz="2400" dirty="0"/>
          </a:p>
        </p:txBody>
      </p:sp>
      <p:sp>
        <p:nvSpPr>
          <p:cNvPr id="12" name="Text 10"/>
          <p:cNvSpPr/>
          <p:nvPr/>
        </p:nvSpPr>
        <p:spPr>
          <a:xfrm>
            <a:off x="762000" y="2381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⁧NOVA ONE⁩ — بەرهەمی نوێ</a:t>
            </a:r>
            <a:endParaRPr lang="ku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4191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⁦careers.rona.example/jobs⁩ داواکاری</a:t>
            </a:r>
            <a:endParaRPr lang="ku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6000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د. لینا ڕەحمان</a:t>
            </a:r>
            <a:endParaRPr lang="ku" sz="2400" dirty="0"/>
          </a:p>
        </p:txBody>
      </p:sp>
      <p:sp>
        <p:nvSpPr>
          <p:cNvPr id="15" name="Text 13"/>
          <p:cNvSpPr/>
          <p:nvPr/>
        </p:nvSpPr>
        <p:spPr>
          <a:xfrm>
            <a:off x="762000" y="7810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د. لينا رحمن</a:t>
            </a:r>
            <a:endParaRPr lang="ku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ئەڵقەی ٢١: «شارەکان چۆن بیر دەکەنەوە؟»</a:t>
            </a:r>
            <a:endParaRPr lang="ku" sz="2400" dirty="0"/>
          </a:p>
        </p:txBody>
      </p:sp>
      <p:sp>
        <p:nvSpPr>
          <p:cNvPr id="17" name="Text 15"/>
          <p:cNvSpPr/>
          <p:nvPr/>
        </p:nvSpPr>
        <p:spPr>
          <a:xfrm>
            <a:off x="762000" y="11430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الحلقة 21: «كيف تتذكر المدن؟»</a:t>
            </a:r>
            <a:endParaRPr lang="ku" sz="2400" dirty="0"/>
          </a:p>
        </p:txBody>
      </p:sp>
      <p:sp>
        <p:nvSpPr>
          <p:cNvPr id="18" name="Text 16"/>
          <p:cNvSpPr/>
          <p:nvPr/>
        </p:nvSpPr>
        <p:spPr>
          <a:xfrm>
            <a:off x="762000" y="13239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٢٩٬٥٠٠ IQD — سەبەتەی خێزان</a:t>
            </a:r>
            <a:endParaRPr lang="ku" sz="2400" dirty="0"/>
          </a:p>
        </p:txBody>
      </p:sp>
      <p:sp>
        <p:nvSpPr>
          <p:cNvPr id="19" name="Text 17"/>
          <p:cNvSpPr/>
          <p:nvPr/>
        </p:nvSpPr>
        <p:spPr>
          <a:xfrm>
            <a:off x="762000" y="15049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29,500 IQD — سلة العائلة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62000" y="16859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ئیمەیڵ: team@example.com</a:t>
            </a:r>
            <a:endParaRPr lang="ku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2026-09-27T02:59:50Z</dcterms:created>
  <dcterms:modified xsi:type="dcterms:W3CDTF">2026-09-27T02:59:50Z</dcterms:modified>
</cp:coreProperties>
</file>