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1430000" cy="19050000"/>
  <p:notesSz cx="6858000" cy="9144000"/>
  <p:embeddedFontLst>
    <p:embeddedFont>
      <p:font typeface="Noto Sans Arabic" charset="1" panose="020B0502040504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300">
            <a:off x="757238" y="2300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3300">
            <a:off x="757238" y="41100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3300">
            <a:off x="757238" y="59197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3300">
            <a:off x="757238" y="77295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3300">
            <a:off x="757238" y="9539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3300">
            <a:off x="757238" y="113490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3300">
            <a:off x="757238" y="131587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3300">
            <a:off x="757238" y="1496853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3300">
            <a:off x="757238" y="16778288"/>
            <a:ext cx="9915525" cy="0"/>
          </a:xfrm>
          <a:prstGeom prst="line">
            <a:avLst/>
          </a:prstGeom>
          <a:ln cap="rnd" w="9525">
            <a:solidFill>
              <a:srgbClr val="C6CD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62000" y="571500"/>
            <a:ext cx="9906000" cy="1657350"/>
            <a:chOff x="0" y="0"/>
            <a:chExt cx="13208000" cy="2209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سڵاو جیهان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2000" y="2381250"/>
            <a:ext cx="9906000" cy="1657350"/>
            <a:chOff x="0" y="0"/>
            <a:chExt cx="13208000" cy="2209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مرحبا بالعالم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2000" y="4191000"/>
            <a:ext cx="9906000" cy="1657350"/>
            <a:chOff x="0" y="0"/>
            <a:chExt cx="13208000" cy="2209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Hello world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2000" y="6000750"/>
            <a:ext cx="9906000" cy="1657350"/>
            <a:chOff x="0" y="0"/>
            <a:chExt cx="13208000" cy="220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نرخی تایبەت: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٢٥٬٠٠٠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دینار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2000" y="7810500"/>
            <a:ext cx="9906000" cy="1657350"/>
            <a:chOff x="0" y="0"/>
            <a:chExt cx="13208000" cy="2209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السعر الخاص: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٢٥٬٠٠٠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دينار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2000" y="9620250"/>
            <a:ext cx="9906000" cy="1657350"/>
            <a:chOff x="0" y="0"/>
            <a:chExt cx="13208000" cy="2209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 ONE — 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بۆ هەنگاوی داهاتوو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2000" y="11430000"/>
            <a:ext cx="9906000" cy="1657350"/>
            <a:chOff x="0" y="0"/>
            <a:chExt cx="13208000" cy="2209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بۆ هەنگاوی داهاتوو —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 ONE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2000" y="13239750"/>
            <a:ext cx="9906000" cy="1657350"/>
            <a:chOff x="0" y="0"/>
            <a:chExt cx="13208000" cy="2209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کاتژمێر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8:30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PM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2000" y="15049500"/>
            <a:ext cx="9906000" cy="1657350"/>
            <a:chOff x="0" y="0"/>
            <a:chExt cx="13208000" cy="2209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الساعة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8:30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PM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62000" y="16859250"/>
            <a:ext cx="9906000" cy="1657350"/>
            <a:chOff x="0" y="0"/>
            <a:chExt cx="13208000" cy="2209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2080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2209800"/>
                  </a:lnTo>
                  <a:lnTo>
                    <a:pt x="0" y="22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62" r="0" b="-6646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3208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ژمارە: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٠٧٥٠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١٢٣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٤٥٦٧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DAHWW-oflAo</dc:identifier>
  <dcterms:modified xsi:type="dcterms:W3CDTF">2011-08-01T06:04:30Z</dcterms:modified>
  <cp:revision>1</cp:revision>
  <dc:title>[TEST] Hawa RTL 2026-09-27 group-1</dc:title>
</cp:coreProperties>
</file>