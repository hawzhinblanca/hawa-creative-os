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19050000"/>
  <p:notesSz cx="19050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305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0" y="41148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59245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77343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9544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13538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131635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49733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6783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571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البريد: team@example.com</a:t>
            </a:r>
            <a:endParaRPr lang="ku" sz="2400" dirty="0"/>
          </a:p>
        </p:txBody>
      </p:sp>
      <p:sp>
        <p:nvSpPr>
          <p:cNvPr id="12" name="Text 10"/>
          <p:cNvSpPr/>
          <p:nvPr/>
        </p:nvSpPr>
        <p:spPr>
          <a:xfrm>
            <a:off x="762000" y="2381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هەڵبژاردەی A/B بۆ ٢٠٢٦</a:t>
            </a:r>
            <a:endParaRPr lang="ku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41910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الخيار A/B لعام ٢٠٢٦</a:t>
            </a:r>
            <a:endParaRPr lang="ku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60007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٥٠٪ داشکاندن</a:t>
            </a:r>
            <a:endParaRPr lang="ku" sz="2400" dirty="0"/>
          </a:p>
        </p:txBody>
      </p:sp>
      <p:sp>
        <p:nvSpPr>
          <p:cNvPr id="15" name="Text 13"/>
          <p:cNvSpPr/>
          <p:nvPr/>
        </p:nvSpPr>
        <p:spPr>
          <a:xfrm>
            <a:off x="762000" y="7810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خصم 50%</a:t>
            </a:r>
            <a:endParaRPr lang="ku" sz="2400" dirty="0"/>
          </a:p>
        </p:txBody>
      </p:sp>
      <p:sp>
        <p:nvSpPr>
          <p:cNvPr id="16" name="Text 14"/>
          <p:cNvSpPr/>
          <p:nvPr/>
        </p:nvSpPr>
        <p:spPr>
          <a:xfrm>
            <a:off x="762000" y="9620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ڕۆژی یەکشەممە</a:t>
            </a:r>
            <a:endParaRPr lang="ku" sz="2400" dirty="0"/>
          </a:p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٦ی ئەیلوولی ٢٠٢٦</a:t>
            </a:r>
            <a:endParaRPr lang="ku" sz="2400" dirty="0"/>
          </a:p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کاتژمێر ٦:٣٠</a:t>
            </a:r>
            <a:endParaRPr lang="ku" sz="2400" dirty="0"/>
          </a:p>
        </p:txBody>
      </p:sp>
      <p:sp>
        <p:nvSpPr>
          <p:cNvPr id="17" name="Text 15"/>
          <p:cNvSpPr/>
          <p:nvPr/>
        </p:nvSpPr>
        <p:spPr>
          <a:xfrm>
            <a:off x="762000" y="114300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الأحد</a:t>
            </a:r>
            <a:endParaRPr lang="ku" sz="2400" dirty="0"/>
          </a:p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 سبتمبر 2026</a:t>
            </a:r>
            <a:endParaRPr lang="ku" sz="2400" dirty="0"/>
          </a:p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6:30 مساءً</a:t>
            </a:r>
            <a:endParaRPr lang="ku" sz="2400" dirty="0"/>
          </a:p>
        </p:txBody>
      </p:sp>
      <p:sp>
        <p:nvSpPr>
          <p:cNvPr id="18" name="Text 16"/>
          <p:cNvSpPr/>
          <p:nvPr/>
        </p:nvSpPr>
        <p:spPr>
          <a:xfrm>
            <a:off x="762000" y="132397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سڵاو **NOVA** جیهان</a:t>
            </a:r>
            <a:endParaRPr lang="ku" sz="2400" dirty="0"/>
          </a:p>
        </p:txBody>
      </p:sp>
      <p:sp>
        <p:nvSpPr>
          <p:cNvPr id="19" name="Text 17"/>
          <p:cNvSpPr/>
          <p:nvPr/>
        </p:nvSpPr>
        <p:spPr>
          <a:xfrm>
            <a:off x="762000" y="15049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مرحبا **NOVA** بالعالم</a:t>
            </a:r>
            <a:endParaRPr lang="ku" sz="2400" dirty="0"/>
          </a:p>
        </p:txBody>
      </p:sp>
      <p:sp>
        <p:nvSpPr>
          <p:cNvPr id="20" name="Text 18"/>
          <p:cNvSpPr/>
          <p:nvPr/>
        </p:nvSpPr>
        <p:spPr>
          <a:xfrm>
            <a:off x="762000" y="16859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کوردی 😀 English 2026</a:t>
            </a:r>
            <a:endParaRPr lang="ku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</dc:creator>
  <cp:lastModifiedBy>Hawa</cp:lastModifiedBy>
  <cp:revision>1</cp:revision>
  <dcterms:created xsi:type="dcterms:W3CDTF">2026-09-27T02:59:50Z</dcterms:created>
  <dcterms:modified xsi:type="dcterms:W3CDTF">2026-09-27T02:59:50Z</dcterms:modified>
</cp:coreProperties>
</file>