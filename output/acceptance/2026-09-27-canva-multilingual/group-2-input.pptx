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1430000" cy="19050000"/>
  <p:notesSz cx="190500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305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2000" y="41148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2000" y="59245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77343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9544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13538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131635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1497330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16783050"/>
            <a:ext cx="9906000" cy="0"/>
          </a:xfrm>
          <a:prstGeom prst="line">
            <a:avLst/>
          </a:prstGeom>
          <a:noFill/>
          <a:ln w="9525">
            <a:solidFill>
              <a:srgbClr val="C6CD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571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رقم الهاتف: +964 750 123 4567</a:t>
            </a:r>
            <a:endParaRPr lang="ku" sz="2400" dirty="0"/>
          </a:p>
        </p:txBody>
      </p:sp>
      <p:sp>
        <p:nvSpPr>
          <p:cNvPr id="12" name="Text 10"/>
          <p:cNvSpPr/>
          <p:nvPr/>
        </p:nvSpPr>
        <p:spPr>
          <a:xfrm>
            <a:off x="762000" y="2381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careers.rona.example/jobs — داواکاری بنێرە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2000" y="41910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داواکاری بنێرە: careers.rona.example/jobs</a:t>
            </a:r>
            <a:endParaRPr lang="ku" sz="2400" dirty="0"/>
          </a:p>
        </p:txBody>
      </p:sp>
      <p:sp>
        <p:nvSpPr>
          <p:cNvPr id="14" name="Text 12"/>
          <p:cNvSpPr/>
          <p:nvPr/>
        </p:nvSpPr>
        <p:spPr>
          <a:xfrm>
            <a:off x="762000" y="60007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@Rona #تەندروستی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2000" y="7810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#الصحة @Rona</a:t>
            </a:r>
            <a:endParaRPr lang="ku" sz="2400" dirty="0"/>
          </a:p>
        </p:txBody>
      </p:sp>
      <p:sp>
        <p:nvSpPr>
          <p:cNvPr id="16" name="Text 14"/>
          <p:cNvSpPr/>
          <p:nvPr/>
        </p:nvSpPr>
        <p:spPr>
          <a:xfrm>
            <a:off x="762000" y="9620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«ڕوونی، هێزی داهێنانە»</a:t>
            </a:r>
            <a:endParaRPr lang="ku" sz="2400" dirty="0"/>
          </a:p>
        </p:txBody>
      </p:sp>
      <p:sp>
        <p:nvSpPr>
          <p:cNvPr id="17" name="Text 15"/>
          <p:cNvSpPr/>
          <p:nvPr/>
        </p:nvSpPr>
        <p:spPr>
          <a:xfrm>
            <a:off x="762000" y="114300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“الوضوح ميزة إبداعية”</a:t>
            </a:r>
            <a:endParaRPr lang="ku" sz="2400" dirty="0"/>
          </a:p>
        </p:txBody>
      </p:sp>
      <p:sp>
        <p:nvSpPr>
          <p:cNvPr id="18" name="Text 16"/>
          <p:cNvSpPr/>
          <p:nvPr/>
        </p:nvSpPr>
        <p:spPr>
          <a:xfrm>
            <a:off x="762000" y="132397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(NOVA ONE) بەرهەمی نوێ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62000" y="1504950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بەرهەمی نوێ (NOVA ONE)</a:t>
            </a:r>
            <a:endParaRPr lang="ku" sz="2400" dirty="0"/>
          </a:p>
        </p:txBody>
      </p:sp>
      <p:sp>
        <p:nvSpPr>
          <p:cNvPr id="20" name="Text 18"/>
          <p:cNvSpPr/>
          <p:nvPr/>
        </p:nvSpPr>
        <p:spPr>
          <a:xfrm>
            <a:off x="762000" y="16859250"/>
            <a:ext cx="9906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rtl="1" algn="r" indent="0" marL="0">
              <a:lnSpc>
                <a:spcPts val="3240"/>
              </a:lnSpc>
              <a:buNone/>
            </a:pPr>
            <a:r>
              <a:rPr lang="ku" altLang="en-US" sz="2400" dirty="0">
                <a:solidFill>
                  <a:srgbClr val="14253D"/>
                </a:solidFill>
                <a:latin typeface="Noto Sans Arabic" pitchFamily="34" charset="0"/>
                <a:ea typeface="Noto Sans Arabic" pitchFamily="34" charset="-122"/>
                <a:cs typeface="Noto Sans Arabic" pitchFamily="34" charset="-120"/>
              </a:rPr>
              <a:t>[١٠ی ئەیلوول] ڕووداو</a:t>
            </a:r>
            <a:endParaRPr lang="ku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Canva transfer; source copy is immutable</dc:subject>
  <dc:creator>Hawa</dc:creator>
  <cp:lastModifiedBy>Hawa</cp:lastModifiedBy>
  <cp:revision>1</cp:revision>
  <dcterms:created xsi:type="dcterms:W3CDTF">2026-09-27T02:59:50Z</dcterms:created>
  <dcterms:modified xsi:type="dcterms:W3CDTF">2026-09-27T02:59:50Z</dcterms:modified>
</cp:coreProperties>
</file>