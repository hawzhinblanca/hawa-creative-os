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1430000" cy="19050000"/>
  <p:notesSz cx="6858000" cy="9144000"/>
  <p:embeddedFontLst>
    <p:embeddedFont>
      <p:font typeface="Noto Sans Arabic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300">
            <a:off x="757238" y="2300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300">
            <a:off x="757238" y="4110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300">
            <a:off x="757238" y="5919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00">
            <a:off x="757238" y="7729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00">
            <a:off x="757238" y="9539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300">
            <a:off x="757238" y="11349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300">
            <a:off x="757238" y="13158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300">
            <a:off x="757238" y="14968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3300">
            <a:off x="757238" y="16778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2000" y="571500"/>
            <a:ext cx="9906000" cy="1657350"/>
            <a:chOff x="0" y="0"/>
            <a:chExt cx="132080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رقم الهاتف: +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964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750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123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4567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000" y="2381250"/>
            <a:ext cx="9906000" cy="1657350"/>
            <a:chOff x="0" y="0"/>
            <a:chExt cx="13208000" cy="220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careers.rona.example/jobs —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داواکاری بنێرە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" y="4191000"/>
            <a:ext cx="9906000" cy="1657350"/>
            <a:chOff x="0" y="0"/>
            <a:chExt cx="13208000" cy="220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داواکاری بنێرە: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careers.rona.example/jobs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" y="6000750"/>
            <a:ext cx="9906000" cy="1657350"/>
            <a:chOff x="0" y="0"/>
            <a:chExt cx="13208000" cy="220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@Rona #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تەندروستی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7810500"/>
            <a:ext cx="9906000" cy="1657350"/>
            <a:chOff x="0" y="0"/>
            <a:chExt cx="13208000" cy="220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#الصحة @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Rona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" y="9620250"/>
            <a:ext cx="9906000" cy="1657350"/>
            <a:chOff x="0" y="0"/>
            <a:chExt cx="13208000" cy="220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«ڕوونی، هێزی داهێنانە»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2000" y="11430000"/>
            <a:ext cx="9906000" cy="1657350"/>
            <a:chOff x="0" y="0"/>
            <a:chExt cx="13208000" cy="220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“الوضوح ميزة إبداعية”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2000" y="13239750"/>
            <a:ext cx="9906000" cy="1657350"/>
            <a:chOff x="0" y="0"/>
            <a:chExt cx="13208000" cy="220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(NOVA ONE)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بەرهەمی نوێ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2000" y="15049500"/>
            <a:ext cx="9906000" cy="1657350"/>
            <a:chOff x="0" y="0"/>
            <a:chExt cx="132080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بەرهەمی نوێ (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" y="16859250"/>
            <a:ext cx="9906000" cy="1657350"/>
            <a:chOff x="0" y="0"/>
            <a:chExt cx="13208000" cy="2209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[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١٠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ی ئەیلوول] ڕووداو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DAHWW7k0bDA</dc:identifier>
  <dcterms:modified xsi:type="dcterms:W3CDTF">2011-08-01T06:04:30Z</dcterms:modified>
  <cp:revision>1</cp:revision>
  <dc:title>[TEST] Hawa RTL 2026-09-27 group-2</dc:title>
</cp:coreProperties>
</file>