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1430000" cy="19050000"/>
  <p:notesSz cx="6858000" cy="9144000"/>
  <p:embeddedFontLst>
    <p:embeddedFont>
      <p:font typeface="Noto Sans Arabic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300">
            <a:off x="757238" y="2300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300">
            <a:off x="757238" y="4110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300">
            <a:off x="757238" y="5919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00">
            <a:off x="757238" y="7729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00">
            <a:off x="757238" y="9539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300">
            <a:off x="757238" y="11349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300">
            <a:off x="757238" y="13158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300">
            <a:off x="757238" y="14968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3300">
            <a:off x="757238" y="16778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2000" y="571500"/>
            <a:ext cx="9906000" cy="1657350"/>
            <a:chOff x="0" y="0"/>
            <a:chExt cx="132080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البريد: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team@example.com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000" y="2381250"/>
            <a:ext cx="9906000" cy="1657350"/>
            <a:chOff x="0" y="0"/>
            <a:chExt cx="13208000" cy="220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هەڵبژاردەی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A/B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بۆ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٢٠٢٦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" y="4191000"/>
            <a:ext cx="9906000" cy="1657350"/>
            <a:chOff x="0" y="0"/>
            <a:chExt cx="13208000" cy="220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الخيار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A/B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لعام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٢٠٢٦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" y="6000750"/>
            <a:ext cx="9906000" cy="1657350"/>
            <a:chOff x="0" y="0"/>
            <a:chExt cx="13208000" cy="220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٥٠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٪ داشکاندن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7810500"/>
            <a:ext cx="9906000" cy="1657350"/>
            <a:chOff x="0" y="0"/>
            <a:chExt cx="13208000" cy="220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خصم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50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" y="9620250"/>
            <a:ext cx="9906000" cy="1657350"/>
            <a:chOff x="0" y="0"/>
            <a:chExt cx="13208000" cy="220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ڕۆژی یەکشەممە</a:t>
              </a:r>
            </a:p>
            <a:p>
              <a:pPr algn="r" rtl="true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٦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ی ئەیلوولی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٢٠٢٦</a:t>
              </a:r>
            </a:p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کاتژمێر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٦:٣٠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2000" y="11430000"/>
            <a:ext cx="9906000" cy="1657350"/>
            <a:chOff x="0" y="0"/>
            <a:chExt cx="13208000" cy="220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الأحد</a:t>
              </a:r>
            </a:p>
            <a:p>
              <a:pPr algn="r" rtl="true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6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سبتمبر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2026</a:t>
              </a:r>
            </a:p>
            <a:p>
              <a:pPr algn="r" rtl="true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6:30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مساءً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2000" y="13239750"/>
            <a:ext cx="9906000" cy="1657350"/>
            <a:chOff x="0" y="0"/>
            <a:chExt cx="13208000" cy="220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سڵاو **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** جیهان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2000" y="15049500"/>
            <a:ext cx="9906000" cy="1657350"/>
            <a:chOff x="0" y="0"/>
            <a:chExt cx="132080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مرحبا **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** بالعالم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" y="16859250"/>
            <a:ext cx="9906000" cy="1657350"/>
            <a:chOff x="0" y="0"/>
            <a:chExt cx="13208000" cy="2209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کوردی 😀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English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DAHWWxcep-I</dc:identifier>
  <dcterms:modified xsi:type="dcterms:W3CDTF">2011-08-01T06:04:30Z</dcterms:modified>
  <cp:revision>1</cp:revision>
  <dc:title>[TEST] Hawa RTL 2026-09-27 group-4</dc:title>
</cp:coreProperties>
</file>