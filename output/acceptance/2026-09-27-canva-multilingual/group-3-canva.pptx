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1430000" cy="19050000"/>
  <p:notesSz cx="6858000" cy="9144000"/>
  <p:embeddedFontLst>
    <p:embeddedFont>
      <p:font typeface="Noto Sans Arabic" charset="1" panose="020B050204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300">
            <a:off x="757238" y="2300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300">
            <a:off x="757238" y="4110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300">
            <a:off x="757238" y="5919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300">
            <a:off x="757238" y="7729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300">
            <a:off x="757238" y="9539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300">
            <a:off x="757238" y="11349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300">
            <a:off x="757238" y="13158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3300">
            <a:off x="757238" y="14968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3300">
            <a:off x="757238" y="16778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62000" y="571500"/>
            <a:ext cx="9906000" cy="1657350"/>
            <a:chOff x="0" y="0"/>
            <a:chExt cx="13208000" cy="220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ڕووداو [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10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September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]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2000" y="2381250"/>
            <a:ext cx="9906000" cy="1657350"/>
            <a:chOff x="0" y="0"/>
            <a:chExt cx="13208000" cy="2209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⁧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⁩ — بەرهەمی نوێ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2000" y="4191000"/>
            <a:ext cx="9906000" cy="1657350"/>
            <a:chOff x="0" y="0"/>
            <a:chExt cx="13208000" cy="220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⁦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careers.rona.example/jobs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⁩ داواکاری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2000" y="6000750"/>
            <a:ext cx="9906000" cy="1657350"/>
            <a:chOff x="0" y="0"/>
            <a:chExt cx="13208000" cy="220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د. لینا ڕەحمان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000" y="7810500"/>
            <a:ext cx="9906000" cy="1657350"/>
            <a:chOff x="0" y="0"/>
            <a:chExt cx="13208000" cy="2209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د. لينا رحمن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2000" y="9620250"/>
            <a:ext cx="9906000" cy="1657350"/>
            <a:chOff x="0" y="0"/>
            <a:chExt cx="13208000" cy="220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ئەڵقەی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٢١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: «شارەکان چۆن بیر دەکەنەوە؟»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2000" y="11430000"/>
            <a:ext cx="9906000" cy="1657350"/>
            <a:chOff x="0" y="0"/>
            <a:chExt cx="13208000" cy="220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الحلقة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21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: «كيف تتذكر المدن؟»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2000" y="13239750"/>
            <a:ext cx="9906000" cy="1657350"/>
            <a:chOff x="0" y="0"/>
            <a:chExt cx="13208000" cy="220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٢٩٬٥٠٠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IQD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— سەبەتەی خێزان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2000" y="15049500"/>
            <a:ext cx="9906000" cy="1657350"/>
            <a:chOff x="0" y="0"/>
            <a:chExt cx="13208000" cy="220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29,500 IQD — 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سلة العائلة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2000" y="16859250"/>
            <a:ext cx="9906000" cy="1657350"/>
            <a:chOff x="0" y="0"/>
            <a:chExt cx="13208000" cy="2209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ئیمەیڵ: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team@example.com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DAHWWwCxPqk</dc:identifier>
  <dcterms:modified xsi:type="dcterms:W3CDTF">2011-08-01T06:04:30Z</dcterms:modified>
  <cp:revision>1</cp:revision>
  <dc:title>[TEST] Hawa RTL 2026-09-27 group-3</dc:title>
</cp:coreProperties>
</file>