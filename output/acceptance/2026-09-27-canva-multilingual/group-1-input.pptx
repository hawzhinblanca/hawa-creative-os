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430000" cy="19050000"/>
  <p:notesSz cx="190500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305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0" y="41148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59245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77343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9544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13538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131635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49733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16783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571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سڵاو جیهان</a:t>
            </a:r>
            <a:endParaRPr lang="ku" sz="2400" dirty="0"/>
          </a:p>
        </p:txBody>
      </p:sp>
      <p:sp>
        <p:nvSpPr>
          <p:cNvPr id="12" name="Text 10"/>
          <p:cNvSpPr/>
          <p:nvPr/>
        </p:nvSpPr>
        <p:spPr>
          <a:xfrm>
            <a:off x="762000" y="2381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مرحبا بالعالم</a:t>
            </a:r>
            <a:endParaRPr lang="ku" sz="2400" dirty="0"/>
          </a:p>
        </p:txBody>
      </p:sp>
      <p:sp>
        <p:nvSpPr>
          <p:cNvPr id="13" name="Text 11"/>
          <p:cNvSpPr/>
          <p:nvPr/>
        </p:nvSpPr>
        <p:spPr>
          <a:xfrm>
            <a:off x="762000" y="41910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Hello world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60007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نرخی تایبەت: ٢٥٬٠٠٠ دینار</a:t>
            </a:r>
            <a:endParaRPr lang="ku" sz="2400" dirty="0"/>
          </a:p>
        </p:txBody>
      </p:sp>
      <p:sp>
        <p:nvSpPr>
          <p:cNvPr id="15" name="Text 13"/>
          <p:cNvSpPr/>
          <p:nvPr/>
        </p:nvSpPr>
        <p:spPr>
          <a:xfrm>
            <a:off x="762000" y="7810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السعر الخاص: ٢٥٬٠٠٠ دينار</a:t>
            </a:r>
            <a:endParaRPr lang="ku" sz="2400" dirty="0"/>
          </a:p>
        </p:txBody>
      </p:sp>
      <p:sp>
        <p:nvSpPr>
          <p:cNvPr id="16" name="Text 14"/>
          <p:cNvSpPr/>
          <p:nvPr/>
        </p:nvSpPr>
        <p:spPr>
          <a:xfrm>
            <a:off x="762000" y="9620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NOVA ONE — بۆ هەنگاوی داهاتوو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62000" y="114300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بۆ هەنگاوی داهاتوو — NOVA ONE</a:t>
            </a:r>
            <a:endParaRPr lang="ku" sz="2400" dirty="0"/>
          </a:p>
        </p:txBody>
      </p:sp>
      <p:sp>
        <p:nvSpPr>
          <p:cNvPr id="18" name="Text 16"/>
          <p:cNvSpPr/>
          <p:nvPr/>
        </p:nvSpPr>
        <p:spPr>
          <a:xfrm>
            <a:off x="762000" y="132397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کاتژمێر 8:30 PM</a:t>
            </a:r>
            <a:endParaRPr lang="ku" sz="2400" dirty="0"/>
          </a:p>
        </p:txBody>
      </p:sp>
      <p:sp>
        <p:nvSpPr>
          <p:cNvPr id="19" name="Text 17"/>
          <p:cNvSpPr/>
          <p:nvPr/>
        </p:nvSpPr>
        <p:spPr>
          <a:xfrm>
            <a:off x="762000" y="15049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الساعة 8:30 PM</a:t>
            </a:r>
            <a:endParaRPr lang="ku" sz="2400" dirty="0"/>
          </a:p>
        </p:txBody>
      </p:sp>
      <p:sp>
        <p:nvSpPr>
          <p:cNvPr id="20" name="Text 18"/>
          <p:cNvSpPr/>
          <p:nvPr/>
        </p:nvSpPr>
        <p:spPr>
          <a:xfrm>
            <a:off x="762000" y="16859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ژمارە: ٠٧٥٠ ١٢٣ ٤٥٦٧</a:t>
            </a:r>
            <a:endParaRPr lang="ku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Canva transfer; source copy is immutable</dc:subject>
  <dc:creator>Hawa</dc:creator>
  <cp:lastModifiedBy>Hawa</cp:lastModifiedBy>
  <cp:revision>1</cp:revision>
  <dcterms:created xsi:type="dcterms:W3CDTF">2026-09-27T02:59:50Z</dcterms:created>
  <dcterms:modified xsi:type="dcterms:W3CDTF">2026-09-27T02:59:50Z</dcterms:modified>
</cp:coreProperties>
</file>