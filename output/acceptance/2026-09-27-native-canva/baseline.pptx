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Arial" charset="1" panose="020B0604020202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0991" y="610991"/>
            <a:ext cx="1069238" cy="122196"/>
            <a:chOff x="0" y="0"/>
            <a:chExt cx="1425651" cy="162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702" cy="162941"/>
            </a:xfrm>
            <a:custGeom>
              <a:avLst/>
              <a:gdLst/>
              <a:ahLst/>
              <a:cxnLst/>
              <a:rect r="r" b="b" t="t" l="l"/>
              <a:pathLst>
                <a:path h="162941" w="1425702">
                  <a:moveTo>
                    <a:pt x="0" y="0"/>
                  </a:moveTo>
                  <a:lnTo>
                    <a:pt x="1425702" y="0"/>
                  </a:lnTo>
                  <a:lnTo>
                    <a:pt x="1425702" y="162941"/>
                  </a:lnTo>
                  <a:lnTo>
                    <a:pt x="0" y="16294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2431" y="2002869"/>
            <a:ext cx="8371008" cy="85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6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HAWA EDITABLE IMPORT TEST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431" y="3081633"/>
            <a:ext cx="83710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33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Exact copy: Mr. / Ms. / Dr. [EDITABLE TEST]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431" y="3998119"/>
            <a:ext cx="8371008" cy="844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33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 September 2026 | 2:30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DAHWWmZ3P3g</dc:identifier>
  <dcterms:modified xsi:type="dcterms:W3CDTF">2011-08-01T06:04:30Z</dcterms:modified>
  <cp:revision>1</cp:revision>
  <dc:title>[TEST] Hawa editable transfer proof</dc:title>
</cp:coreProperties>
</file>