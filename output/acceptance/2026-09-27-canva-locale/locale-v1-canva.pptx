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6" r:id="rId6"/>
  </p:sldIdLst>
  <p:sldSz cx="11430000" cy="19050000"/>
  <p:notesSz cx="6858000" cy="9144000"/>
  <p:embeddedFontLst>
    <p:embeddedFont>
      <p:font typeface="Noto Sans Arabic" charset="1" panose="020B0502040504020204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300">
            <a:off x="757238" y="230028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3300">
            <a:off x="757238" y="411003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3300">
            <a:off x="757238" y="591978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3300">
            <a:off x="757238" y="772953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3300">
            <a:off x="757238" y="953928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3300">
            <a:off x="757238" y="1134903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3300">
            <a:off x="757238" y="1315878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3300">
            <a:off x="757238" y="1496853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3300">
            <a:off x="757238" y="1677828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762000" y="571500"/>
            <a:ext cx="9906000" cy="1657350"/>
            <a:chOff x="0" y="0"/>
            <a:chExt cx="13208000" cy="2209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سڵاو جیهان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62000" y="2381250"/>
            <a:ext cx="9906000" cy="1657350"/>
            <a:chOff x="0" y="0"/>
            <a:chExt cx="13208000" cy="2209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مرحبا بالعالم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62000" y="4191000"/>
            <a:ext cx="9906000" cy="1657350"/>
            <a:chOff x="0" y="0"/>
            <a:chExt cx="13208000" cy="2209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Hello world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62000" y="6000750"/>
            <a:ext cx="9906000" cy="1657350"/>
            <a:chOff x="0" y="0"/>
            <a:chExt cx="13208000" cy="2209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نرخی تایبەت: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٢٥٬٠٠٠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 دینار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62000" y="7810500"/>
            <a:ext cx="9906000" cy="1657350"/>
            <a:chOff x="0" y="0"/>
            <a:chExt cx="13208000" cy="2209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السعر الخاص: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٢٥٬٠٠٠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 دينار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62000" y="9620250"/>
            <a:ext cx="9906000" cy="1657350"/>
            <a:chOff x="0" y="0"/>
            <a:chExt cx="13208000" cy="2209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NOVA ONE — 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بۆ هەنگاوی داهاتوو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62000" y="11430000"/>
            <a:ext cx="9906000" cy="1657350"/>
            <a:chOff x="0" y="0"/>
            <a:chExt cx="13208000" cy="2209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بۆ هەنگاوی داهاتوو —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NOVA ONE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62000" y="13239750"/>
            <a:ext cx="9906000" cy="1657350"/>
            <a:chOff x="0" y="0"/>
            <a:chExt cx="13208000" cy="2209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کاتژمێر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8:30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PM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62000" y="15049500"/>
            <a:ext cx="9906000" cy="1657350"/>
            <a:chOff x="0" y="0"/>
            <a:chExt cx="13208000" cy="2209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الساعة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8:30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PM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62000" y="16859250"/>
            <a:ext cx="9906000" cy="1657350"/>
            <a:chOff x="0" y="0"/>
            <a:chExt cx="13208000" cy="2209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ژمارە: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٠٧٥٠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١٢٣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٤٥٦٧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DAHWW0iRrsI</dc:identifier>
  <dcterms:modified xsi:type="dcterms:W3CDTF">2011-08-01T06:04:30Z</dcterms:modified>
  <cp:revision>1</cp:revision>
  <dc:title>[TEST] Hawa locale 2026-09-27 locale-v1</dc:title>
</cp:coreProperties>
</file>