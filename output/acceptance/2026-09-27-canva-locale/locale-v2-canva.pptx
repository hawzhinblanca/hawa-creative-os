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0287000" cy="11430000"/>
  <p:notesSz cx="6858000" cy="9144000"/>
  <p:embeddedFontLst>
    <p:embeddedFont>
      <p:font typeface="Noto Sans Arabic" charset="1" panose="020B0502040504020204"/>
      <p:regular r:id="rId10"/>
    </p:embeddedFont>
    <p:embeddedFont>
      <p:font typeface="Cairo" charset="1" panose="00000500000000000000"/>
      <p:regular r:id="rId11"/>
    </p:embeddedFont>
    <p:embeddedFont>
      <p:font typeface="Verdana" charset="1" panose="020B060403050404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62000"/>
            <a:ext cx="4381500" cy="3905250"/>
            <a:chOff x="0" y="0"/>
            <a:chExt cx="5842000" cy="520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079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مرحبا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بالعالم</a:t>
              </a:r>
            </a:p>
            <a:p>
              <a:pPr algn="r" rtl="true">
                <a:lnSpc>
                  <a:spcPts val="4079"/>
                </a:lnSpc>
              </a:pPr>
              <a:r>
                <a:rPr lang="ar-EG" sz="2400">
                  <a:solidFill>
                    <a:srgbClr val="A23E16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السعر الخاص: </a:t>
              </a:r>
              <a:r>
                <a:rPr lang="en-US" sz="2400">
                  <a:solidFill>
                    <a:srgbClr val="A23E16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٢٥٬٠٠٠</a:t>
              </a:r>
              <a:r>
                <a:rPr lang="ar-EG" sz="2400">
                  <a:solidFill>
                    <a:srgbClr val="A23E16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دينار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34000" y="762000"/>
            <a:ext cx="4381500" cy="3905250"/>
            <a:chOff x="0" y="0"/>
            <a:chExt cx="5842000" cy="520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rtl="true">
                <a:lnSpc>
                  <a:spcPts val="4079"/>
                </a:lnSpc>
              </a:pPr>
              <a:r>
                <a:rPr lang="ar-EG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سڵاو </a:t>
              </a:r>
              <a:r>
                <a:rPr lang="en-US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</a:rPr>
                <a:t>NOVA</a:t>
              </a:r>
              <a:r>
                <a:rPr lang="ar-EG" sz="2400">
                  <a:solidFill>
                    <a:srgbClr val="14253D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 جیهان</a:t>
              </a:r>
            </a:p>
            <a:p>
              <a:pPr algn="ctr" rtl="true">
                <a:lnSpc>
                  <a:spcPts val="4079"/>
                </a:lnSpc>
              </a:pPr>
              <a:r>
                <a:rPr lang="ar-EG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نرخی تایبەت: </a:t>
              </a:r>
              <a:r>
                <a:rPr lang="en-US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</a:rPr>
                <a:t>٢٥٬٠٠٠</a:t>
              </a:r>
              <a:r>
                <a:rPr lang="ar-EG" sz="2400">
                  <a:solidFill>
                    <a:srgbClr val="A23E16"/>
                  </a:solidFill>
                  <a:latin typeface="Cairo"/>
                  <a:ea typeface="Cairo"/>
                  <a:cs typeface="Cairo"/>
                  <a:sym typeface="Cairo"/>
                  <a:rtl val="true"/>
                </a:rPr>
                <a:t> دینار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5905500"/>
            <a:ext cx="4381500" cy="3905250"/>
            <a:chOff x="0" y="0"/>
            <a:chExt cx="5842000" cy="520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5842000" cy="531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Verdana"/>
                  <a:ea typeface="Verdana"/>
                  <a:cs typeface="Verdana"/>
                  <a:sym typeface="Verdana"/>
                </a:rPr>
                <a:t>MEET</a:t>
              </a:r>
              <a:r>
                <a:rPr lang="en-US" sz="2400">
                  <a:solidFill>
                    <a:srgbClr val="A23E16"/>
                  </a:solidFill>
                  <a:latin typeface="Verdana"/>
                  <a:ea typeface="Verdana"/>
                  <a:cs typeface="Verdana"/>
                  <a:sym typeface="Verdana"/>
                </a:rPr>
                <a:t> NOVA</a:t>
              </a:r>
              <a:r>
                <a:rPr lang="en-US" sz="2400">
                  <a:solidFill>
                    <a:srgbClr val="14253D"/>
                  </a:solidFill>
                  <a:latin typeface="Verdana"/>
                  <a:ea typeface="Verdana"/>
                  <a:cs typeface="Verdana"/>
                  <a:sym typeface="Verdana"/>
                </a:rPr>
                <a:t> AT</a:t>
              </a:r>
            </a:p>
            <a:p>
              <a:pPr algn="l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Verdana"/>
                  <a:ea typeface="Verdana"/>
                  <a:cs typeface="Verdana"/>
                  <a:sym typeface="Verdana"/>
                </a:rPr>
                <a:t>Workshop 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34000" y="5905500"/>
            <a:ext cx="4381500" cy="3905250"/>
            <a:chOff x="0" y="0"/>
            <a:chExt cx="5842000" cy="520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42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5207000"/>
                  </a:lnTo>
                  <a:lnTo>
                    <a:pt x="0" y="520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357" t="0" r="-64357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5842000" cy="532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rtl="true">
                <a:lnSpc>
                  <a:spcPts val="4079"/>
                </a:lnSpc>
              </a:pP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NOVA ONE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— بۆ هەنگاوی داهاتوو</a:t>
              </a:r>
            </a:p>
            <a:p>
              <a:pPr algn="l" rtl="true">
                <a:lnSpc>
                  <a:spcPts val="4079"/>
                </a:lnSpc>
              </a:pP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کاتژمێر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8:30</a:t>
              </a:r>
              <a:r>
                <a:rPr lang="ar-EG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  <a:rtl val="true"/>
                </a:rPr>
                <a:t> </a:t>
              </a:r>
              <a:r>
                <a:rPr lang="en-US" sz="2400">
                  <a:solidFill>
                    <a:srgbClr val="14253D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PM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DAHWW7M4nIw</dc:identifier>
  <dcterms:modified xsi:type="dcterms:W3CDTF">2011-08-01T06:04:30Z</dcterms:modified>
  <cp:revision>1</cp:revision>
  <dc:title>[TEST] Hawa locale 2026-09-27 locale-v2</dc:title>
</cp:coreProperties>
</file>