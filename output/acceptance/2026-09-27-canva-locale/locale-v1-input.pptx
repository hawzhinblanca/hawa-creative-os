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1430000" cy="19050000"/>
  <p:notesSz cx="19050000" cy="1143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230505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2000" y="411480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592455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773430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954405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1135380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2000" y="1316355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1497330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" y="1678305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2000" y="57150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ckb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سڵاو جیهان</a:t>
            </a:r>
            <a:endParaRPr lang="ckb" sz="2400" dirty="0"/>
          </a:p>
        </p:txBody>
      </p:sp>
      <p:sp>
        <p:nvSpPr>
          <p:cNvPr id="12" name="Text 10"/>
          <p:cNvSpPr/>
          <p:nvPr/>
        </p:nvSpPr>
        <p:spPr>
          <a:xfrm>
            <a:off x="762000" y="238125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ar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مرحبا بالعالم</a:t>
            </a:r>
            <a:endParaRPr lang="ar" sz="2400" dirty="0"/>
          </a:p>
        </p:txBody>
      </p:sp>
      <p:sp>
        <p:nvSpPr>
          <p:cNvPr id="13" name="Text 11"/>
          <p:cNvSpPr/>
          <p:nvPr/>
        </p:nvSpPr>
        <p:spPr>
          <a:xfrm>
            <a:off x="762000" y="419100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Hello world</a:t>
            </a:r>
            <a:endParaRPr lang="en" sz="2400" dirty="0"/>
          </a:p>
        </p:txBody>
      </p:sp>
      <p:sp>
        <p:nvSpPr>
          <p:cNvPr id="14" name="Text 12"/>
          <p:cNvSpPr/>
          <p:nvPr/>
        </p:nvSpPr>
        <p:spPr>
          <a:xfrm>
            <a:off x="762000" y="600075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ckb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نرخی تایبەت: ٢٥٬٠٠٠ دینار</a:t>
            </a:r>
            <a:endParaRPr lang="ckb" sz="2400" dirty="0"/>
          </a:p>
        </p:txBody>
      </p:sp>
      <p:sp>
        <p:nvSpPr>
          <p:cNvPr id="15" name="Text 13"/>
          <p:cNvSpPr/>
          <p:nvPr/>
        </p:nvSpPr>
        <p:spPr>
          <a:xfrm>
            <a:off x="762000" y="781050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ar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السعر الخاص: ٢٥٬٠٠٠ دينار</a:t>
            </a:r>
            <a:endParaRPr lang="ar" sz="2400" dirty="0"/>
          </a:p>
        </p:txBody>
      </p:sp>
      <p:sp>
        <p:nvSpPr>
          <p:cNvPr id="16" name="Text 14"/>
          <p:cNvSpPr/>
          <p:nvPr/>
        </p:nvSpPr>
        <p:spPr>
          <a:xfrm>
            <a:off x="762000" y="962025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und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NOVA ONE — بۆ هەنگاوی داهاتوو</a:t>
            </a:r>
            <a:endParaRPr lang="und" sz="2400" dirty="0"/>
          </a:p>
        </p:txBody>
      </p:sp>
      <p:sp>
        <p:nvSpPr>
          <p:cNvPr id="17" name="Text 15"/>
          <p:cNvSpPr/>
          <p:nvPr/>
        </p:nvSpPr>
        <p:spPr>
          <a:xfrm>
            <a:off x="762000" y="1143000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und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بۆ هەنگاوی داهاتوو — NOVA ONE</a:t>
            </a:r>
            <a:endParaRPr lang="und" sz="2400" dirty="0"/>
          </a:p>
        </p:txBody>
      </p:sp>
      <p:sp>
        <p:nvSpPr>
          <p:cNvPr id="18" name="Text 16"/>
          <p:cNvSpPr/>
          <p:nvPr/>
        </p:nvSpPr>
        <p:spPr>
          <a:xfrm>
            <a:off x="762000" y="1323975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und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کاتژمێر 8:30 PM</a:t>
            </a:r>
            <a:endParaRPr lang="und" sz="2400" dirty="0"/>
          </a:p>
        </p:txBody>
      </p:sp>
      <p:sp>
        <p:nvSpPr>
          <p:cNvPr id="19" name="Text 17"/>
          <p:cNvSpPr/>
          <p:nvPr/>
        </p:nvSpPr>
        <p:spPr>
          <a:xfrm>
            <a:off x="762000" y="1504950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und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الساعة 8:30 PM</a:t>
            </a:r>
            <a:endParaRPr lang="und" sz="2400" dirty="0"/>
          </a:p>
        </p:txBody>
      </p:sp>
      <p:sp>
        <p:nvSpPr>
          <p:cNvPr id="20" name="Text 18"/>
          <p:cNvSpPr/>
          <p:nvPr/>
        </p:nvSpPr>
        <p:spPr>
          <a:xfrm>
            <a:off x="762000" y="1685925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ckb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ژمارە: ٠٧٥٠ ١٢٣ ٤٥٦٧</a:t>
            </a:r>
            <a:endParaRPr lang="ckb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Editable Canva transfer; source copy is immutable</dc:subject>
  <dc:creator>Hawa</dc:creator>
  <cp:lastModifiedBy>Hawa</cp:lastModifiedBy>
  <cp:revision>1</cp:revision>
  <dcterms:created xsi:type="dcterms:W3CDTF">2026-09-27T03:46:36Z</dcterms:created>
  <dcterms:modified xsi:type="dcterms:W3CDTF">2026-09-27T03:46:36Z</dcterms:modified>
</cp:coreProperties>
</file>