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6573500"/>
  <p:notesSz cx="165735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620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4080"/>
              </a:lnSpc>
              <a:buNone/>
            </a:pPr>
            <a:r>
              <a:rPr lang="ar-IQ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مرحبا NOVA بالعالم</a:t>
            </a:r>
            <a:endParaRPr lang="ar-IQ" sz="2400" dirty="0"/>
          </a:p>
          <a:p>
            <a:pPr rtl="1" algn="r" indent="0" marL="0">
              <a:lnSpc>
                <a:spcPts val="4080"/>
              </a:lnSpc>
              <a:buNone/>
            </a:pPr>
            <a:r>
              <a:rPr lang="ar-IQ" altLang="en-US" sz="2400" dirty="0">
                <a:solidFill>
                  <a:srgbClr val="A23E1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السعر الخاص: ٢٥٬٠٠٠ دينار</a:t>
            </a:r>
            <a:endParaRPr lang="ar-IQ" sz="2400" dirty="0"/>
          </a:p>
        </p:txBody>
      </p:sp>
      <p:sp>
        <p:nvSpPr>
          <p:cNvPr id="3" name="Text 1"/>
          <p:cNvSpPr/>
          <p:nvPr/>
        </p:nvSpPr>
        <p:spPr>
          <a:xfrm>
            <a:off x="5334000" y="7620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ctr" indent="0" marL="0">
              <a:lnSpc>
                <a:spcPts val="4080"/>
              </a:lnSpc>
              <a:buNone/>
            </a:pPr>
            <a:r>
              <a:rPr lang="ckb" altLang="en-US" sz="2400" dirty="0">
                <a:solidFill>
                  <a:srgbClr val="14253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سڵاو NOVA جیهان</a:t>
            </a:r>
            <a:endParaRPr lang="ckb" sz="2400" dirty="0"/>
          </a:p>
          <a:p>
            <a:pPr rtl="1" algn="ctr" indent="0" marL="0">
              <a:lnSpc>
                <a:spcPts val="4080"/>
              </a:lnSpc>
              <a:buNone/>
            </a:pPr>
            <a:r>
              <a:rPr lang="ckb" altLang="en-US" sz="2400" dirty="0">
                <a:solidFill>
                  <a:srgbClr val="A23E1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نرخی تایبەت: ٢٥٬٠٠٠ دینار</a:t>
            </a:r>
            <a:endParaRPr lang="ckb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59055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1425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MEET</a:t>
            </a:r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A23E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NOVA</a:t>
            </a:r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1425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AT</a:t>
            </a:r>
            <a:endParaRPr lang="en-GB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1425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Workshop 2026</a:t>
            </a:r>
            <a:endParaRPr lang="en-GB" sz="2400" dirty="0"/>
          </a:p>
        </p:txBody>
      </p:sp>
      <p:sp>
        <p:nvSpPr>
          <p:cNvPr id="5" name="Text 3"/>
          <p:cNvSpPr/>
          <p:nvPr/>
        </p:nvSpPr>
        <p:spPr>
          <a:xfrm>
            <a:off x="5334000" y="59055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NOVA ONE — بۆ هەنگاوی داهاتوو</a:t>
            </a:r>
            <a:endParaRPr lang="und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کاتژمێر 8:30 PM</a:t>
            </a:r>
            <a:endParaRPr lang="und" sz="2400" dirty="0"/>
          </a:p>
        </p:txBody>
      </p:sp>
      <p:sp>
        <p:nvSpPr>
          <p:cNvPr id="6" name="Text 4"/>
          <p:cNvSpPr/>
          <p:nvPr/>
        </p:nvSpPr>
        <p:spPr>
          <a:xfrm>
            <a:off x="571500" y="110490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NOVA — سڵاو جیهان</a:t>
            </a:r>
            <a:endParaRPr lang="und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A23E1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کاتژمێر 8:30 PM</a:t>
            </a:r>
            <a:endParaRPr lang="und" sz="2400" dirty="0"/>
          </a:p>
        </p:txBody>
      </p:sp>
      <p:sp>
        <p:nvSpPr>
          <p:cNvPr id="7" name="Text 5"/>
          <p:cNvSpPr/>
          <p:nvPr/>
        </p:nvSpPr>
        <p:spPr>
          <a:xfrm>
            <a:off x="5334000" y="110490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سڵاو جیهان</a:t>
            </a:r>
            <a:endParaRPr lang="und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NOVA at 8:30 PM</a:t>
            </a:r>
            <a:endParaRPr lang="und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 Design Studio v2</dc:creator>
  <cp:lastModifiedBy>Hawa Design Studio v2</cp:lastModifiedBy>
  <cp:revision>1</cp:revision>
  <dcterms:created xsi:type="dcterms:W3CDTF">2026-09-27T04:06:52Z</dcterms:created>
  <dcterms:modified xsi:type="dcterms:W3CDTF">2026-09-27T04:06:52Z</dcterms:modified>
</cp:coreProperties>
</file>