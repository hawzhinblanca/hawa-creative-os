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2852400"/>
  <p:notesSz cx="6858000" cy="9144000"/>
  <p:embeddedFontLst>
    <p:embeddedFont>
      <p:font typeface="Arimo" charset="1" panose="020B0604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7547" y="5651497"/>
            <a:ext cx="4184647" cy="31747"/>
            <a:chOff x="0" y="0"/>
            <a:chExt cx="5579529" cy="42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79491" cy="42291"/>
            </a:xfrm>
            <a:custGeom>
              <a:avLst/>
              <a:gdLst/>
              <a:ahLst/>
              <a:cxnLst/>
              <a:rect r="r" b="b" t="t" l="l"/>
              <a:pathLst>
                <a:path h="42291" w="5579491">
                  <a:moveTo>
                    <a:pt x="0" y="0"/>
                  </a:moveTo>
                  <a:lnTo>
                    <a:pt x="5579491" y="0"/>
                  </a:lnTo>
                  <a:lnTo>
                    <a:pt x="5579491" y="42291"/>
                  </a:lnTo>
                  <a:lnTo>
                    <a:pt x="0" y="422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84797" y="5651497"/>
            <a:ext cx="4184647" cy="31747"/>
            <a:chOff x="0" y="0"/>
            <a:chExt cx="5579529" cy="42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79491" cy="42291"/>
            </a:xfrm>
            <a:custGeom>
              <a:avLst/>
              <a:gdLst/>
              <a:ahLst/>
              <a:cxnLst/>
              <a:rect r="r" b="b" t="t" l="l"/>
              <a:pathLst>
                <a:path h="42291" w="5579491">
                  <a:moveTo>
                    <a:pt x="0" y="0"/>
                  </a:moveTo>
                  <a:lnTo>
                    <a:pt x="5579491" y="0"/>
                  </a:lnTo>
                  <a:lnTo>
                    <a:pt x="5579491" y="42291"/>
                  </a:lnTo>
                  <a:lnTo>
                    <a:pt x="0" y="422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41797" y="10623547"/>
            <a:ext cx="1803397" cy="22222"/>
            <a:chOff x="0" y="0"/>
            <a:chExt cx="2404529" cy="296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4491" cy="29591"/>
            </a:xfrm>
            <a:custGeom>
              <a:avLst/>
              <a:gdLst/>
              <a:ahLst/>
              <a:cxnLst/>
              <a:rect r="r" b="b" t="t" l="l"/>
              <a:pathLst>
                <a:path h="29591" w="2404491">
                  <a:moveTo>
                    <a:pt x="0" y="0"/>
                  </a:moveTo>
                  <a:lnTo>
                    <a:pt x="2404491" y="0"/>
                  </a:lnTo>
                  <a:lnTo>
                    <a:pt x="2404491" y="29591"/>
                  </a:lnTo>
                  <a:lnTo>
                    <a:pt x="0" y="29591"/>
                  </a:lnTo>
                  <a:close/>
                </a:path>
              </a:pathLst>
            </a:custGeom>
            <a:solidFill>
              <a:srgbClr val="4770A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3900" y="2133600"/>
            <a:ext cx="8839200" cy="1371600"/>
            <a:chOff x="0" y="0"/>
            <a:chExt cx="1178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8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80975"/>
              <a:ext cx="11785600" cy="20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44"/>
                </a:lnSpc>
              </a:pPr>
              <a:r>
                <a:rPr lang="en-US" sz="3300">
                  <a:solidFill>
                    <a:srgbClr val="F7B500"/>
                  </a:solidFill>
                  <a:latin typeface="Arimo"/>
                  <a:ea typeface="Arimo"/>
                  <a:cs typeface="Arimo"/>
                  <a:sym typeface="Arimo"/>
                </a:rPr>
                <a:t>THE NATIONAL STANDARDS FOR QUALITY ASSURANCE IN EDUCATION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3900" y="3762375"/>
            <a:ext cx="8839200" cy="504825"/>
            <a:chOff x="0" y="0"/>
            <a:chExt cx="11785600" cy="673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85600" cy="673100"/>
            </a:xfrm>
            <a:custGeom>
              <a:avLst/>
              <a:gdLst/>
              <a:ahLst/>
              <a:cxnLst/>
              <a:rect r="r" b="b" t="t" l="l"/>
              <a:pathLst>
                <a:path h="6731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673100"/>
                  </a:lnTo>
                  <a:lnTo>
                    <a:pt x="0" y="673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171" r="0" b="-2911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1785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0"/>
                </a:lnSpc>
              </a:pPr>
              <a:r>
                <a:rPr lang="en-US" sz="18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Mr. / Ms. / Dr. [Full Name]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3900" y="4438650"/>
            <a:ext cx="8839200" cy="838200"/>
            <a:chOff x="0" y="0"/>
            <a:chExt cx="11785600" cy="111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85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78" r="0" b="-1554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1785600" cy="1212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98"/>
                </a:lnSpc>
              </a:pPr>
              <a:r>
                <a:rPr lang="en-US" sz="1725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The Kurdistan Accrediting Association for Education</a:t>
              </a:r>
            </a:p>
            <a:p>
              <a:pPr algn="ctr">
                <a:lnSpc>
                  <a:spcPts val="2898"/>
                </a:lnSpc>
              </a:pPr>
              <a:r>
                <a:rPr lang="en-US" sz="1725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cordially requests the honor of your presence at this landmark occasion.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3900" y="5886450"/>
            <a:ext cx="4171950" cy="3343275"/>
            <a:chOff x="0" y="0"/>
            <a:chExt cx="5562600" cy="445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2600" cy="4457700"/>
            </a:xfrm>
            <a:custGeom>
              <a:avLst/>
              <a:gdLst/>
              <a:ahLst/>
              <a:cxnLst/>
              <a:rect r="r" b="b" t="t" l="l"/>
              <a:pathLst>
                <a:path h="44577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4457700"/>
                  </a:lnTo>
                  <a:lnTo>
                    <a:pt x="0" y="445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818" t="0" r="-5281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562600" cy="454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91150" y="5886450"/>
            <a:ext cx="4171950" cy="3343275"/>
            <a:chOff x="0" y="0"/>
            <a:chExt cx="5562600" cy="4457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62600" cy="4457700"/>
            </a:xfrm>
            <a:custGeom>
              <a:avLst/>
              <a:gdLst/>
              <a:ahLst/>
              <a:cxnLst/>
              <a:rect r="r" b="b" t="t" l="l"/>
              <a:pathLst>
                <a:path h="44577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4457700"/>
                  </a:lnTo>
                  <a:lnTo>
                    <a:pt x="0" y="445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818" t="0" r="-5281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5562600" cy="454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3900" y="9544050"/>
            <a:ext cx="8839200" cy="933450"/>
            <a:chOff x="0" y="0"/>
            <a:chExt cx="11785600" cy="1244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856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11" r="0" b="-1345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11785600" cy="1349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sz="2100">
                  <a:solidFill>
                    <a:srgbClr val="F7B500"/>
                  </a:solidFill>
                  <a:latin typeface="Arimo"/>
                  <a:ea typeface="Arimo"/>
                  <a:cs typeface="Arimo"/>
                  <a:sym typeface="Arimo"/>
                </a:rPr>
                <a:t>September 9, 2026 | 2:30 PM</a:t>
              </a:r>
            </a:p>
            <a:p>
              <a:pPr algn="ctr">
                <a:lnSpc>
                  <a:spcPts val="3528"/>
                </a:lnSpc>
              </a:pPr>
              <a:r>
                <a:rPr lang="en-US" sz="2100">
                  <a:solidFill>
                    <a:srgbClr val="F7B500"/>
                  </a:solidFill>
                  <a:latin typeface="Arimo"/>
                  <a:ea typeface="Arimo"/>
                  <a:cs typeface="Arimo"/>
                  <a:sym typeface="Arimo"/>
                </a:rPr>
                <a:t>Saad Abdullah Conference Hall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3900" y="10801350"/>
            <a:ext cx="8839200" cy="457200"/>
            <a:chOff x="0" y="0"/>
            <a:chExt cx="11785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8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178560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5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By Invitation Only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3900" y="11449050"/>
            <a:ext cx="8839200" cy="657225"/>
            <a:chOff x="0" y="0"/>
            <a:chExt cx="11785600" cy="876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85600" cy="876300"/>
            </a:xfrm>
            <a:custGeom>
              <a:avLst/>
              <a:gdLst/>
              <a:ahLst/>
              <a:cxnLst/>
              <a:rect r="r" b="b" t="t" l="l"/>
              <a:pathLst>
                <a:path h="876300" w="11785600">
                  <a:moveTo>
                    <a:pt x="0" y="0"/>
                  </a:moveTo>
                  <a:lnTo>
                    <a:pt x="11785600" y="0"/>
                  </a:lnTo>
                  <a:lnTo>
                    <a:pt x="117856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059" r="0" b="-21205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11785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350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This invitation is personal and non-transferable.</a:t>
              </a:r>
            </a:p>
            <a:p>
              <a:pPr algn="ctr">
                <a:lnSpc>
                  <a:spcPts val="2268"/>
                </a:lnSpc>
              </a:pPr>
              <a:r>
                <a:rPr lang="en-US" sz="1350">
                  <a:solidFill>
                    <a:srgbClr val="FDF8F3"/>
                  </a:solidFill>
                  <a:latin typeface="Arimo"/>
                  <a:ea typeface="Arimo"/>
                  <a:cs typeface="Arimo"/>
                  <a:sym typeface="Arimo"/>
                </a:rPr>
                <a:t>Kindly do not share this invitation.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1050" y="666750"/>
            <a:ext cx="1104900" cy="1104900"/>
            <a:chOff x="0" y="0"/>
            <a:chExt cx="1473200" cy="1473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DAHVWKcpVec</dc:identifier>
  <dcterms:modified xsi:type="dcterms:W3CDTF">2011-08-01T06:04:30Z</dcterms:modified>
  <cp:revision>1</cp:revision>
  <dc:title>KAAE: THE NATIONAL STANDARDS FOR QUALITY ASSURANCE</dc:title>
</cp:coreProperties>
</file>