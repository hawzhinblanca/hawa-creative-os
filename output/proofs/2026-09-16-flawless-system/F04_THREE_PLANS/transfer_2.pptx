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362575"/>
            <a:ext cx="4171950" cy="19050"/>
          </a:xfrm>
          <a:prstGeom prst="rect">
            <a:avLst/>
          </a:prstGeom>
          <a:solidFill>
            <a:srgbClr val="F7B500"/>
          </a:solidFill>
          <a:ln w="12700">
            <a:solidFill>
              <a:srgbClr val="F7B5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53050" y="5362575"/>
            <a:ext cx="4171950" cy="19050"/>
          </a:xfrm>
          <a:prstGeom prst="rect">
            <a:avLst/>
          </a:prstGeom>
          <a:solidFill>
            <a:srgbClr val="F7B500"/>
          </a:solidFill>
          <a:ln w="12700">
            <a:solidFill>
              <a:srgbClr val="F7B5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114550"/>
            <a:ext cx="8763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7B50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THE NATIONAL STANDARDS FOR QUALITY ASSURANCE IN EDUCATION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3524250"/>
            <a:ext cx="876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Mr. / Ms. / Dr. [Full Name]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762000" y="4162425"/>
            <a:ext cx="876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Kurdistan Accrediting Association for Education</a:t>
            </a:r>
            <a:endParaRPr lang="en-US" sz="14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cordially requests the honor of your presence at this landmark occasion.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5562600"/>
            <a:ext cx="4171950" cy="3638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His Excellency Prime Minister Masrour Barzani will officially announce the National Standards for Quality Assurance in Education, marking a defining moment in the advancement of educational quality across the Kurdistan Region. The occasion will bring together government, educational institutions, and international partners around a shared national vision for excellence, accountability, and continuous improvement.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5353050" y="5562600"/>
            <a:ext cx="4171950" cy="3638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 part of the official launch, the Minister of Education and the Minister of Higher Education and Scientific Research will sign a Memorandum of Understanding (MoU), marking a significant commitment to cooperation and the advancement of quality assurance across the education sector.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9534525"/>
            <a:ext cx="8763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7B5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September 9, 2026 | 2:30 PM</a:t>
            </a:r>
            <a:endParaRPr lang="en-US" sz="16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7B5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Saad Abdullah Conference Hall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2000" y="10715625"/>
            <a:ext cx="876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7B5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Invitation Only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62000" y="11334750"/>
            <a:ext cx="8763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This invitation is personal and non-transferable.</a:t>
            </a:r>
            <a:endParaRPr lang="en-US" sz="1125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Kindly do not share this invitation.</a:t>
            </a:r>
            <a:endParaRPr lang="en-US" sz="112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9625" y="666750"/>
            <a:ext cx="1047750" cy="1047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Canva transfer; source copy is immutable</dc:subject>
  <dc:creator>Hawa</dc:creator>
  <cp:lastModifiedBy>Hawa</cp:lastModifiedBy>
  <cp:revision>1</cp:revision>
  <dcterms:created xsi:type="dcterms:W3CDTF">2026-09-16T12:19:28Z</dcterms:created>
  <dcterms:modified xsi:type="dcterms:W3CDTF">2026-09-16T12:19:28Z</dcterms:modified>
</cp:coreProperties>
</file>