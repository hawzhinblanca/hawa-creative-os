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5657850"/>
            <a:ext cx="4171950" cy="19050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1150" y="5657850"/>
            <a:ext cx="4171950" cy="19050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48150" y="10629900"/>
            <a:ext cx="1790700" cy="9525"/>
          </a:xfrm>
          <a:prstGeom prst="rect">
            <a:avLst/>
          </a:prstGeom>
          <a:solidFill>
            <a:srgbClr val="4770A3"/>
          </a:solidFill>
          <a:ln w="12700">
            <a:solidFill>
              <a:srgbClr val="4770A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900" y="2133600"/>
            <a:ext cx="883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300" dirty="0">
                <a:solidFill>
                  <a:srgbClr val="F7B500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THE NATIONAL STANDARDS FOR QUALITY ASSURANCE IN EDUCATION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23900" y="3762375"/>
            <a:ext cx="88392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Mr. / Ms. / Dr. [Full Name]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3900" y="4438650"/>
            <a:ext cx="8839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FDF8F3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The Kurdistan Accrediting Association for Education</a:t>
            </a:r>
            <a:endParaRPr lang="en-US" sz="1725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FDF8F3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cordially requests the honor of your presence at this landmark occasion.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3900" y="5886450"/>
            <a:ext cx="4171950" cy="334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FDF8F3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His Excellency Prime Minister Masrour Barzani will officially announce the National Standards for Quality Assurance in Education, marking a defining moment in the advancement of educational quality across the Kurdistan Region. The occasion will bring together government, educational institutions, and international partners around a shared national vision for excellence, accountability, and continuous improvement.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391150" y="5886450"/>
            <a:ext cx="4171950" cy="334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FDF8F3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As part of the official launch, the Minister of Education and the Minister of Higher Education and Scientific Research will sign a Memorandum of Understanding (MoU), marking a significant commitment to cooperation and the advancement of quality assurance across the education sector.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723900" y="9544050"/>
            <a:ext cx="8839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7B500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September 9, 2026 | 2:30 PM</a:t>
            </a:r>
            <a:endParaRPr lang="en-US" sz="2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7B500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Saad Abdullah Conference Hall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10801350"/>
            <a:ext cx="883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By Invitation Only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723900" y="11449050"/>
            <a:ext cx="88392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DF8F3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This invitation is personal and non-transferable.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DF8F3"/>
                </a:solidFill>
                <a:latin typeface="Minion Variable Concept" pitchFamily="34" charset="0"/>
                <a:ea typeface="Minion Variable Concept" pitchFamily="34" charset="-122"/>
                <a:cs typeface="Minion Variable Concept" pitchFamily="34" charset="-120"/>
              </a:rPr>
              <a:t>Kindly do not share this invitation.</a:t>
            </a:r>
            <a:endParaRPr lang="en-US" sz="13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1050" y="666750"/>
            <a:ext cx="1104900" cy="110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</dc:creator>
  <cp:lastModifiedBy>Hawa</cp:lastModifiedBy>
  <cp:revision>1</cp:revision>
  <dcterms:created xsi:type="dcterms:W3CDTF">2026-09-16T08:52:39Z</dcterms:created>
  <dcterms:modified xsi:type="dcterms:W3CDTF">2026-09-16T08:52:39Z</dcterms:modified>
</cp:coreProperties>
</file>